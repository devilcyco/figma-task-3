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CAF4-8D8B-98AC-D6E4-3917FC64F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35E07-E559-2BBF-7FD1-A4D47E59D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D4AAB-B64A-B330-4C10-DC29329E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5D7A-E070-4CA7-8C10-D1A24EEE983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F8F2B-29D4-62AF-1132-9646EA347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CC2C4-F59B-B434-79B7-CE6120083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1F0A-852C-4CB1-81E2-20C756DF6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989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A3EE-0A4B-44BB-656A-FE8767D9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D225D-285F-1879-C61E-50F5B263B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96CF1-F69D-EDA2-64FB-7B3687970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5D7A-E070-4CA7-8C10-D1A24EEE983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95EB1-0192-67A9-D50F-21C145D0E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8591C-FD82-357F-403B-3212271D6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1F0A-852C-4CB1-81E2-20C756DF6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147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3AE2-2FBB-C0E3-1B42-497A09360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A7556-0052-2876-DC31-D06BDDB10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B246B-6B69-A7C3-316A-8339CB76E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5D7A-E070-4CA7-8C10-D1A24EEE983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5D2FF-E262-03DA-70A7-6D5291586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B491D-EBDD-F1AF-F403-853E3A65D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1F0A-852C-4CB1-81E2-20C756DF6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65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E8B7C-9ECE-7D28-EAA2-5E7702D4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5C80C-23D2-8A59-1A05-1443E9181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BEE95-8769-DE2E-3EEB-CC0F43655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EF249-9396-643A-D02C-C97EB08F0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5D7A-E070-4CA7-8C10-D1A24EEE983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59AB0-8B99-B3D0-4FE2-0E570231A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46E2F-5415-0A7B-86AB-64866F164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1F0A-852C-4CB1-81E2-20C756DF6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424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CE01-90F8-CD69-2744-CF013118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F4765-8E3D-CD0B-4A10-E4713188A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80A37-B3A6-A341-9673-C50FE7FBF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7C6B28-0185-DBBD-5DCE-EC472C1865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D51272-93A3-A2A1-67CE-E1D1B96FA7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ABF2D4-1EC9-DD0C-3F67-C5A13D34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5D7A-E070-4CA7-8C10-D1A24EEE983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E7052C-C793-75FD-9348-73226C7F9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3EE26E-0A1B-1AF1-ABF9-45C63A0F5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1F0A-852C-4CB1-81E2-20C756DF6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952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06DEE-19C5-2267-F6A4-9884811B2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C9D9CE-1BCC-E8A0-BAC1-0A0D28D6F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5D7A-E070-4CA7-8C10-D1A24EEE983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02FAD4-7394-9D4E-D276-91C3A2AB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5850D-4D11-704A-D236-2F89CB25E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1F0A-852C-4CB1-81E2-20C756DF6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56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646460-E511-CF43-A44F-9B4EA31E9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5D7A-E070-4CA7-8C10-D1A24EEE983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D29998-186C-18C5-8772-4B1F5F6F0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A53DD-C094-6B2D-D0B3-5AA53246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1F0A-852C-4CB1-81E2-20C756DF6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315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F5E6F-7A35-9396-8BC2-35E246139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D1200-A9FA-F3CB-7116-74FBCD559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A078C-1215-8263-349D-E848716B0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95B1D-09CA-B29F-9662-DA4D61E36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5D7A-E070-4CA7-8C10-D1A24EEE983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9B2CA-05BB-3A4A-C684-F1E2F9AEB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BCFD5-C093-FF3D-E369-0D2A08F99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1F0A-852C-4CB1-81E2-20C756DF6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493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D2211-AD8F-2078-6BDC-35EA22163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8F4113-7663-E419-4401-EA672A1C7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2E375-D09C-222C-6BA9-698BF8041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CCED2-E5F0-FA55-DABE-6ACFFCE6A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5D7A-E070-4CA7-8C10-D1A24EEE983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B23FF-79FE-80F3-7245-A9E1BC8A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2D5D2-3AF1-5F21-3B3B-EB98BF984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1F0A-852C-4CB1-81E2-20C756DF6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241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D9A6F-CC5B-95F8-D031-F3947BD62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1CAD9-D515-B0AC-7A40-226E1CA7E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57687-4FB7-B0E0-495C-E45EC278D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5D7A-E070-4CA7-8C10-D1A24EEE983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55506-9C37-7D18-66E5-DBC23964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28D14-125C-3D51-9180-3681EC4A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1F0A-852C-4CB1-81E2-20C756DF6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578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5DC078-5AE4-695E-0D13-3D1F5E64A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6D3EED-5708-6657-AE34-1A6261E00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45E-6E53-A490-9C2B-F8DD87F00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5D7A-E070-4CA7-8C10-D1A24EEE983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32926-99E4-3B3C-4777-F0F7A272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5F091-5687-E7BF-97D1-1791D3767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1F0A-852C-4CB1-81E2-20C756DF6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26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AED9F-D2E0-B663-B731-E48F64096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A7CF7-B040-7B70-8D6B-F15886AEF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F6A2-5E9A-2816-77C6-3FA0EAEF85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85D7A-E070-4CA7-8C10-D1A24EEE983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5492D-3AE6-65E5-D2E8-956ED5A36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29FD6-F1A0-5CDC-6F01-5CAC43098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11F0A-852C-4CB1-81E2-20C756DF6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110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361B8-00A9-5B98-0FA0-46E4589ACD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ZEPTO FOOD DELIVERY APP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4FDF7-91FB-F05E-5268-2B6BD324A5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NAME:JAISHITHA .R</a:t>
            </a:r>
          </a:p>
          <a:p>
            <a:r>
              <a:rPr lang="en-IN" dirty="0"/>
              <a:t>DEPARTMENT:BSC-CS-AI&amp;ML</a:t>
            </a:r>
          </a:p>
          <a:p>
            <a:r>
              <a:rPr lang="en-IN" dirty="0"/>
              <a:t>COLLAGE:TAKSHASHILA UNIVERSITY</a:t>
            </a:r>
          </a:p>
        </p:txBody>
      </p:sp>
    </p:spTree>
    <p:extLst>
      <p:ext uri="{BB962C8B-B14F-4D97-AF65-F5344CB8AC3E}">
        <p14:creationId xmlns:p14="http://schemas.microsoft.com/office/powerpoint/2010/main" val="3074925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CA686-CC0E-9F37-011F-DFA0697E97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A2EB9-8779-0D24-92CA-3C78905665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Zepto</a:t>
            </a:r>
            <a:r>
              <a:rPr lang="en-US" dirty="0"/>
              <a:t> is a quick-commerce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 can order food and groceries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Product are displayed with image and 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Order and deliver to the user location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093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7C952-24F5-334B-D776-59627C948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-FEATURES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AD0C7-EF4A-9E78-76EA-0C4209A62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Search bar</a:t>
            </a:r>
          </a:p>
          <a:p>
            <a:pPr marL="0" indent="0">
              <a:buNone/>
            </a:pPr>
            <a:r>
              <a:rPr lang="en-US" dirty="0"/>
              <a:t>     food product categories</a:t>
            </a:r>
          </a:p>
          <a:p>
            <a:pPr marL="0" indent="0">
              <a:buNone/>
            </a:pPr>
            <a:r>
              <a:rPr lang="en-US" dirty="0"/>
              <a:t>     product image</a:t>
            </a:r>
          </a:p>
          <a:p>
            <a:pPr marL="0" indent="0">
              <a:buNone/>
            </a:pPr>
            <a:r>
              <a:rPr lang="en-US" dirty="0"/>
              <a:t>     add to cart button</a:t>
            </a:r>
          </a:p>
          <a:p>
            <a:pPr marL="0" indent="0">
              <a:buNone/>
            </a:pPr>
            <a:r>
              <a:rPr lang="en-US" dirty="0"/>
              <a:t>     payment section</a:t>
            </a:r>
          </a:p>
          <a:p>
            <a:pPr marL="0" indent="0">
              <a:buNone/>
            </a:pPr>
            <a:r>
              <a:rPr lang="en-US" dirty="0"/>
              <a:t>     location and delivery information</a:t>
            </a:r>
          </a:p>
          <a:p>
            <a:pPr marL="0" indent="0">
              <a:buNone/>
            </a:pPr>
            <a:r>
              <a:rPr lang="en-US" dirty="0"/>
              <a:t>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6168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88739-AB99-9ED5-D597-40A74F575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UX-FEATURES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78CDE-B329-40BE-09FA-0543E7E8F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User experience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easy product searching</a:t>
            </a:r>
          </a:p>
          <a:p>
            <a:pPr marL="0" indent="0">
              <a:buNone/>
            </a:pPr>
            <a:r>
              <a:rPr lang="en-IN" dirty="0"/>
              <a:t>    simple navigation</a:t>
            </a:r>
          </a:p>
          <a:p>
            <a:pPr marL="0" indent="0">
              <a:buNone/>
            </a:pPr>
            <a:r>
              <a:rPr lang="en-IN" dirty="0"/>
              <a:t>    quick ordering process</a:t>
            </a:r>
          </a:p>
          <a:p>
            <a:pPr marL="0" indent="0">
              <a:buNone/>
            </a:pPr>
            <a:r>
              <a:rPr lang="en-IN" dirty="0"/>
              <a:t>    easy checking out</a:t>
            </a:r>
          </a:p>
          <a:p>
            <a:pPr marL="0" indent="0">
              <a:buNone/>
            </a:pPr>
            <a:r>
              <a:rPr lang="en-IN" dirty="0"/>
              <a:t>    customer support</a:t>
            </a:r>
          </a:p>
          <a:p>
            <a:pPr marL="0" indent="0">
              <a:buNone/>
            </a:pPr>
            <a:r>
              <a:rPr lang="en-IN" dirty="0"/>
              <a:t>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91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F068B-2CD7-68CA-469A-3957FA0C0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EMAPTHY MAP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79510-6616-8C3F-914A-E1B9CC81F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STRENGTHS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12A62-31F1-9E0E-C97C-6D0E8DD1C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Easy to use </a:t>
            </a:r>
          </a:p>
          <a:p>
            <a:r>
              <a:rPr lang="en-US" dirty="0"/>
              <a:t> Fast ordering</a:t>
            </a:r>
          </a:p>
          <a:p>
            <a:r>
              <a:rPr lang="en-US" dirty="0"/>
              <a:t> simple navigation</a:t>
            </a:r>
          </a:p>
          <a:p>
            <a:r>
              <a:rPr lang="en-US" dirty="0"/>
              <a:t> good product display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38D7C-E77A-7A9C-D53F-A42A9C592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WEAKNESS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313849-2408-AF6D-E899-C7797F750ED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Delivery availability may vary by location </a:t>
            </a:r>
          </a:p>
          <a:p>
            <a:r>
              <a:rPr lang="en-US" dirty="0"/>
              <a:t> Too many offers can make the screen busy </a:t>
            </a:r>
          </a:p>
          <a:p>
            <a:r>
              <a:rPr lang="en-US" dirty="0"/>
              <a:t> some items may become unavailable </a:t>
            </a:r>
          </a:p>
        </p:txBody>
      </p:sp>
    </p:spTree>
    <p:extLst>
      <p:ext uri="{BB962C8B-B14F-4D97-AF65-F5344CB8AC3E}">
        <p14:creationId xmlns:p14="http://schemas.microsoft.com/office/powerpoint/2010/main" val="2928391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6264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1A29E-DA9C-6804-9226-EFEF06CC88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SUGGESTION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E7DDB-E64F-2C03-9034-0F86B4E1E7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IMPROVEMENTS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 better food filters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improve access </a:t>
            </a:r>
            <a:r>
              <a:rPr lang="en-US" dirty="0" err="1"/>
              <a:t>ibilty</a:t>
            </a:r>
            <a:r>
              <a:rPr lang="en-US" dirty="0"/>
              <a:t> option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show clear delivery –</a:t>
            </a:r>
            <a:r>
              <a:rPr lang="en-US"/>
              <a:t>time information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231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149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ZEPTO FOOD DELIVERY APP</vt:lpstr>
      <vt:lpstr>INTRODUCTION</vt:lpstr>
      <vt:lpstr>UI -FEATURES</vt:lpstr>
      <vt:lpstr>UX-FEATURES</vt:lpstr>
      <vt:lpstr>EMAPTHY MAP</vt:lpstr>
      <vt:lpstr>PowerPoint Presentation</vt:lpstr>
      <vt:lpstr>SUGGESTION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NIVEDHA</dc:creator>
  <cp:lastModifiedBy>NIVEDHA</cp:lastModifiedBy>
  <cp:revision>3</cp:revision>
  <dcterms:created xsi:type="dcterms:W3CDTF">2026-09-30T11:03:15Z</dcterms:created>
  <dcterms:modified xsi:type="dcterms:W3CDTF">2026-10-06T15:23:07Z</dcterms:modified>
</cp:coreProperties>
</file>